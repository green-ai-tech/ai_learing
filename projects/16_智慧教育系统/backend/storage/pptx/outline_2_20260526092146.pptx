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人工智能基础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具备基础信息技术素养的学生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1097280"/>
            <a:ext cx="201168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课程介绍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面向学生系统介绍人工智能的发展、核心概念、典型算法和实践应用。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43000"/>
            <a:ext cx="493776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30759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课程画像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3891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总课时：32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难度：中等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目标学生：具备基础信息技术素养的学生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051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5156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第1章 人工智能概述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0515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8课时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1848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1848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第2章 机器学习基础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61848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8课时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85415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85415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第3章 神经网络入门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185415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8课时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52344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5234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第4章 生成式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752344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8课时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教学要求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347472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教学要求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课前完成基础资料阅读与问题收集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课堂围绕核心概念、典型案例和实践任务展开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课后完成反思记录、拓展练习和阶段性成果整理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43000"/>
            <a:ext cx="347472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07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教学方法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讲授法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案例教学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任务驱动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小组研讨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143000"/>
            <a:ext cx="347472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075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考核方式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过程性评价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阶段测验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项目作品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课堂参与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第1章 人工智能概述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BEAFE"/>
                </a:solidFill>
                <a:latin typeface="Microsoft YaHei"/>
              </a:defRPr>
            </a:pPr>
            <a:r>
              <a:t>围绕人工智能概述展开理论讲述、案例分析与实践训练。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2120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 课时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第1章 人工智能概述 理论讲述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理解人工智能基本概念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掌握典型算法思想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知识结构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1.1 人工智能概述基础认知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1.2 人工智能概述实践应用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第1章 人工智能概述 讲解设计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梳理人工智能概述的基本概念、常见误区与学习路径。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51560"/>
            <a:ext cx="448056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16152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讲解要点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39319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建立人工智能概述的概念结构与术语体系。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导入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讲解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练习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反馈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第1章 人工智能概述 图文混编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754880" cy="3794760"/>
          </a:xfrm>
          <a:prstGeom prst="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8803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图示 / 案例 /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234440"/>
            <a:ext cx="4937760" cy="37947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990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3891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1.1 人工智能概述基础认知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1.2 人工智能概述实践应用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第2章 机器学习基础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BEAFE"/>
                </a:solidFill>
                <a:latin typeface="Microsoft YaHei"/>
              </a:defRPr>
            </a:pPr>
            <a:r>
              <a:t>围绕机器学习基础展开理论讲述、案例分析与实践训练。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2120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 课时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第2章 机器学习基础 理论讲述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理解人工智能基本概念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掌握典型算法思想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知识结构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2.1 机器学习基础基础认知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2.2 机器学习基础实践应用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第2章 机器学习基础 讲解设计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梳理机器学习基础的基本概念、常见误区与学习路径。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51560"/>
            <a:ext cx="448056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16152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讲解要点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39319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建立机器学习基础的概念结构与术语体系。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导入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讲解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练习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反馈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第2章 机器学习基础 图文混编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754880" cy="3794760"/>
          </a:xfrm>
          <a:prstGeom prst="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8803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图示 / 案例 /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234440"/>
            <a:ext cx="4937760" cy="37947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990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3891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2.1 机器学习基础基础认知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2.2 机器学习基础实践应用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第3章 神经网络入门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BEAFE"/>
                </a:solidFill>
                <a:latin typeface="Microsoft YaHei"/>
              </a:defRPr>
            </a:pPr>
            <a:r>
              <a:t>围绕神经网络入门展开理论讲述、案例分析与实践训练。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2120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 课时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第3章 神经网络入门 理论讲述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理解人工智能基本概念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掌握典型算法思想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知识结构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3.1 神经网络入门基础认知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3.2 神经网络入门实践应用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第3章 神经网络入门 讲解设计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梳理神经网络入门的基本概念、常见误区与学习路径。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51560"/>
            <a:ext cx="448056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16152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讲解要点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39319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建立神经网络入门的概念结构与术语体系。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导入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讲解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练习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反馈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第3章 神经网络入门 图文混编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754880" cy="3794760"/>
          </a:xfrm>
          <a:prstGeom prst="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8803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图示 / 案例 /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234440"/>
            <a:ext cx="4937760" cy="37947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990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3891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3.1 神经网络入门基础认知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3.2 神经网络入门实践应用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第4章 生成式 AI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BEAFE"/>
                </a:solidFill>
                <a:latin typeface="Microsoft YaHei"/>
              </a:defRPr>
            </a:pPr>
            <a:r>
              <a:t>围绕生成式 AI 应用展开理论讲述、案例分析与实践训练。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2120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 课时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第4章 生成式 AI 应用 理论讲述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理解人工智能基本概念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掌握典型算法思想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029200" cy="44805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知识结构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48056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4.1 生成式 AI 应用基础认知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4.2 生成式 AI 应用实践应用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第4章 生成式 AI 应用 讲解设计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梳理生成式 AI 应用的基本概念、常见误区与学习路径。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51560"/>
            <a:ext cx="448056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16152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讲解要点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3931920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建立生成式 AI 应用的概念结构与术语体系。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导入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讲解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练习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44348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445312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反馈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第4章 生成式 AI 应用 图文混编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9728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754880" cy="3794760"/>
          </a:xfrm>
          <a:prstGeom prst="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8803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图示 / 案例 / 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234440"/>
            <a:ext cx="4937760" cy="37947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990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20240"/>
            <a:ext cx="43891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4.1 生成式 AI 应用基础认知</a:t>
            </a:r>
          </a:p>
          <a:p>
            <a:pPr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4.2 生成式 AI 应用实践应用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